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Enterprise B2B Revenue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Legacy Consumer Operator to Enterprise-Driven Telecom Leader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CBO Case Study: Strategic Diversification, Execution, and Impact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Gap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840480"/>
          </a:xfrm>
          <a:prstGeom prst="round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revenue from consumer voice/SMS declining 8% YoY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ARPU ($42) and churn (2.8%)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market dominated by Tier-1 incumbents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systems, manual processes limiting scale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3840480"/>
          </a:xfrm>
          <a:prstGeom prst="roundRect">
            <a:avLst/>
          </a:prstGeom>
          <a:solidFill>
            <a:srgbClr val="E8F8F4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&amp; SMB underserved by incumbents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services: 3–5x higher ARPU than consumer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IT, IoT, edge computing emerging globally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network infrastructure underutilized asset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B2B Business: Our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1371600"/>
          </a:xfrm>
          <a:prstGeom prst="round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SMB (50–500 employees) &amp; mid-market; focused on 8 verticals (BFSI, healthcare, retail, tech).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97480" y="1005840"/>
            <a:ext cx="1920240" cy="1371600"/>
          </a:xfrm>
          <a:prstGeom prst="round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3464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Bundling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463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+ Managed IT + IoT + API platform; SLA-backed enterprise packages.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920240" cy="1371600"/>
          </a:xfrm>
          <a:prstGeom prst="round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enterprise sales team + channel partnerships; solution architects embedded with customers.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2651760"/>
            <a:ext cx="1920240" cy="1371600"/>
          </a:xfrm>
          <a:prstGeom prst="round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3464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Scale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108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self-service portal, RPA; reduced CAC 35%, improved delivery speed 4x.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28016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Hired enterprise team, launched first 3 managed services; $8M ARR.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Scaled to 22 verticals, acquired 120 enterprise customers; $28M ARR, 40% margins.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Launched API platform, partnerships with 40+ ISVs; $72M ARR, profitability achieved.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Transformation by Numbers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1188720"/>
          </a:xfrm>
          <a:prstGeom prst="round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ARR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9x growth in 3 years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560320" cy="1188720"/>
          </a:xfrm>
          <a:prstGeom prst="round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143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8% consumer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051560"/>
            <a:ext cx="2560320" cy="1188720"/>
          </a:xfrm>
          <a:prstGeom prst="round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143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adds 600+ annually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2560320" cy="1188720"/>
          </a:xfrm>
          <a:prstGeom prst="round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B2B ARPU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4.4x consumer baseline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2468880"/>
            <a:ext cx="2560320" cy="1188720"/>
          </a:xfrm>
          <a:prstGeom prst="round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74720" y="3017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Cross-sell, upsell momentum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2468880"/>
            <a:ext cx="2560320" cy="1188720"/>
          </a:xfrm>
          <a:prstGeom prst="round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00800" y="3017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Co. Growth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now 31% of total revenue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Ahead: Next Phase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463040"/>
            <a:ext cx="0" cy="64008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2344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4,000+ customers; launch AI-powered network optimization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377440"/>
            <a:ext cx="0" cy="64008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48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148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15 new geographies; $180M ARR target; achieve 50%+ EBITDA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30632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as standalone $500M+ run-rate B2B platform; explore strategic partnerships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86868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87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This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9884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Relentless focus on customer ROI, not just connectivity  •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on segment expansion  •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to scale without complexity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Enterprise B2B Revenue: A Telecom Transformation</dc:title>
  <dc:subject>PptxGenJS Presentation</dc:subject>
  <dc:creator>CBO</dc:creator>
  <cp:lastModifiedBy>CBO</cp:lastModifiedBy>
  <cp:revision>1</cp:revision>
  <dcterms:created xsi:type="dcterms:W3CDTF">2026-06-23T21:44:55Z</dcterms:created>
  <dcterms:modified xsi:type="dcterms:W3CDTF">2026-06-23T21:44:55Z</dcterms:modified>
</cp:coreProperties>
</file>